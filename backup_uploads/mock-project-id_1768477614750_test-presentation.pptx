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E2E Test Presentation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CF0F1"/>
                </a:solidFill>
              </a:rPr>
              <a:t>Automated Video Generation Test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449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Test Content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</a:rPr>
              <a:t>This is an automated test to validate: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</a:rPr>
              <a:t>• PPTX file upload and processing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</a:rPr>
              <a:t>• Slide extraction to database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</a:rPr>
              <a:t>• Video rendering pipeline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CF0F1"/>
                </a:solidFill>
              </a:rPr>
              <a:t>• Storage persistence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A0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Test Complete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CF0F1"/>
                </a:solidFill>
              </a:rPr>
              <a:t>If you see this as a video, the pipeline works!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2026-01-14T20:18:56Z</dcterms:created>
  <dcterms:modified xsi:type="dcterms:W3CDTF">2026-01-14T20:18:56Z</dcterms:modified>
</cp:coreProperties>
</file>
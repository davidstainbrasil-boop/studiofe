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Bem-vindo ao Curso de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Aprenda programação de forma simples e eficaz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vamos aprender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Fundamentos de Python</a:t>
            </a:r>
          </a:p>
          <a:p>
            <a:pPr lvl="1"/>
            <a:r>
              <a:t>Variáveis e tipos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Pratique os conceitos aprendidos todos os dias.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
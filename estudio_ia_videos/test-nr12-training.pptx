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Bem-vindos ao treinamento sobre a Norma Regulamentadora número doze. Esta norma é fundamental para garantir a segurança no ambiente de trabalho quando lidamos com máquinas e equipamentos industriais.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princípios gerais da NR-12 abrangem diversos aspectos. Devemos considerar o arranjo físico adequado, instalações corretas, dispositivos seguros de partida e parada, além de sistemas de segurança eficientes.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proteções são essenciais para evitar acidentes. Podemos ter proteções fixas, que não podem ser removidas durante a operação, ou móveis, que permitem acesso controlado. Os botões de emergência devem estar sempre acessíveis.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capacitação é um pilar fundamental da segurança. Todo trabalhador deve receber treinamento inicial antes de operar qualquer máquina, e participar de reciclagens periódicas para manter seus conhecimentos atualizados.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finalizar, lembrem-se: a prevenção de acidentes é responsabilidade de todos. Cumpra as normas de segurança, utilize corretamente os Equipamentos de Proteção Individual, e comunique qualquer risco que identificar. Segurança sempre em primeiro lugar!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52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Introdução à NR-12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526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NR-12 estabelece requisitos mínimos para prevenção de acidentes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Aplica-se a máquinas e equipamentos em todas as fases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Fundamental para segurança do trabalhador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058400" y="6217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</a:rPr>
              <a:t>1 / 5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52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Princípios Gerais de Segurança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526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Arranjo físico adequado das instalações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Dispositivos de partida, acionamento e parada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Sistemas de segurança e proteções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Manutenção preventiva e corretiva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058400" y="6217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</a:rPr>
              <a:t>2 / 5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52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Proteções e Dispositivos de Segurança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526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Proteções fixas permanentes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Proteções móveis com intertravamento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Botões de parada de emergência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Sensores e barreiras de luz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058400" y="6217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</a:rPr>
              <a:t>3 / 5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52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Capacitação dos Trabalhadores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526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Treinamento inicial obrigatório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Reciclagem periódica dos conhecimentos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Documentação e registro de treinamentos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Habilitação para operação de máquinas específicas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058400" y="6217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</a:rPr>
              <a:t>4 / 5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52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Conclusão e Boas Práticas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526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Cumpra todas as normas de segurança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corretamente os EPIs fornecidos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Comunique riscos identificados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Segurança é responsabilidade de todos!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058400" y="6217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</a:rPr>
              <a:t>5 / 5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TécnicoCursos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Treinamento NR-12 - Segurança em Máquinas</dc:title>
  <dc:subject>Treinamento de Segurança do Trabalho</dc:subject>
  <dc:creator>Estúdio IA Vídeos</dc:creator>
  <cp:lastModifiedBy>Estúdio IA Vídeos</cp:lastModifiedBy>
  <cp:revision>1</cp:revision>
  <dcterms:created xsi:type="dcterms:W3CDTF">2026-02-02T03:54:32Z</dcterms:created>
  <dcterms:modified xsi:type="dcterms:W3CDTF">2026-02-02T03:54:32Z</dcterms:modified>
</cp:coreProperties>
</file>
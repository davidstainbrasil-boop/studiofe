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  <p:sldId id="258" r:id="rId4"/>
    <p:sldId id="259" r:id="rId5"/>
    <p:sldId id="260" r:id="rId6"/>
  </p:sldIdLst>
</p:presentation>
</file>

<file path=ppt/_rels/presentation.xml.rels><?xml version="1.0" encoding="UTF-8" standalone="yes"?>
<Relationships xmlns="http://schemas.openxmlformats.org/package/2006/relationships">
    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spPr>
          <a:xfrm>
            <a:off x="0" y="0"/>
            <a:ext cx="1000000" cy="1000000"/>
          </a:xfrm>
        </p:spPr>
        <p:txBody>
          <a:p>
            <a:r>
              <a:t>Slide 1 Title</a:t>
            </a:r>
          </a:p>
          <a:p>
            <a:r>
              <a:t>Content for slide 1.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spPr>
          <a:xfrm>
            <a:off x="0" y="0"/>
            <a:ext cx="1000000" cy="1000000"/>
          </a:xfrm>
        </p:spPr>
        <p:txBody>
          <a:p>
            <a:r>
              <a:t>Slide 2 Title</a:t>
            </a:r>
          </a:p>
          <a:p>
            <a:r>
              <a:t>Content for slide 2.</a:t>
            </a:r>
          </a:p>
          <a:p>
            <a:r>
              <a:t>• Bullet point 1</a:t>
            </a:r>
          </a:p>
          <a:p>
            <a:r>
              <a:t>• Bullet point 2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sp>
        <p:spPr>
          <a:xfrm>
            <a:off x="0" y="0"/>
            <a:ext cx="1000000" cy="1000000"/>
          </a:xfrm>
        </p:spPr>
        <p:txBody>
          <a:p>
            <a:r>
              <a:t>Slide 3 Title</a:t>
            </a:r>
          </a:p>
          <a:p>
            <a:r>
              <a:t>Content for slide 3.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sp>
        <p:spPr>
          <a:xfrm>
            <a:off x="0" y="0"/>
            <a:ext cx="1000000" cy="1000000"/>
          </a:xfrm>
        </p:spPr>
        <p:txBody>
          <a:p>
            <a:r>
              <a:t>Slide 4 Title</a:t>
            </a:r>
          </a:p>
          <a:p>
            <a:r>
              <a:t>Content for slide 4.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sp>
        <p:spPr>
          <a:xfrm>
            <a:off x="0" y="0"/>
            <a:ext cx="1000000" cy="1000000"/>
          </a:xfrm>
        </p:spPr>
        <p:txBody>
          <a:p>
            <a:r>
              <a:t>Slide 5 Title</a:t>
            </a:r>
          </a:p>
          <a:p>
            <a:r>
              <a:t>Content for slide 5.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Apresentação de Teste - PPTX Processing</dc:title>
  <dc:creator>Sistema de Teste</dc:creator>
  <dcterms:created>2026-02-20T01:04:35.837Z</dcterms:created>
</cp:coreProperties>
</file>
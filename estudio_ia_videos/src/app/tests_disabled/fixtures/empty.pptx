
<file path=[Content_Types].xml><?xml version="1.0" encoding="utf-8"?>
<Types xmlns="http://schemas.openxmlformats.org/package/2006/content-types"/>
</file>

<file path=_rels/.rels><?xml version="1.0" encoding="UTF-8" standalone="yes"?><Relationships xmlns="http://schemas.openxmlformats.org/package/2006/relationships"/>
</file>

<file path=ppt/presentation.xml><?xml version="1.0" encoding="utf-8"?>
<p:presentation xmlns:p="http://schemas.openxmlformats.org/presentationml/2006/main">
  <p:slideIdLst/>
</p:presentation>
</file>
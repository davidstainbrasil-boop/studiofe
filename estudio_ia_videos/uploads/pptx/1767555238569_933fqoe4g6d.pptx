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ideIdLst><p:sldId id="256" r:id="rId2"/></p:slideIdLst>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>
  <p:cSld>
    <p:spTree>
      <p:sp>
        <p:txBody>
          <a:p xmlns:a="http://schemas.openxmlformats.org/drawingml/2006/main">
            <a:r>
              <a:t>Test Title</a:t>
            </a:r>
          </a:p>
          <a:p xmlns:a="http://schemas.openxmlformats.org/drawingml/2006/main">
            <a:r>
              <a:t>Test Content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Test Presentation</dc:title>
  <dc:creator>Test Author</dc:creator>
</cp:coreProperties>
</file>
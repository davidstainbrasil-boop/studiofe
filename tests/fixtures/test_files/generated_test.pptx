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speaker notes for slide 3. They should be extracted.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Hello World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This is a subtitle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44AA"/>
                </a:solidFill>
              </a:rPr>
              <a:t>Slide Two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3657600" cy="2743200"/>
          </a:xfrm>
          <a:prstGeom prst="rect">
            <a:avLst/>
          </a:prstGeom>
          <a:solidFill>
            <a:srgbClr val="EEEEEE"/>
          </a:solidFill>
          <a:ln w="12700">
            <a:solidFill>
              <a:srgbClr val="AAAAA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Slide with Notes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Presentation</dc:title>
  <dc:subject>PptxGenJS Presentation</dc:subject>
  <dc:creator>Test Author</dc:creator>
  <cp:lastModifiedBy>Test Author</cp:lastModifiedBy>
  <cp:revision>1</cp:revision>
  <dcterms:created xsi:type="dcterms:W3CDTF">2026-01-14T21:26:59Z</dcterms:created>
  <dcterms:modified xsi:type="dcterms:W3CDTF">2026-01-14T21:26:59Z</dcterms:modified>
</cp:coreProperties>
</file>